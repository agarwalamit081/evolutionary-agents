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Frozen image fef50596860f; glm-5.2 + Anthropic-on; channel-B OFF→ON→ON; no clean_state between gens.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2474" y="940003"/>
            <a:ext cx="499262" cy="320954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2474" y="1260958"/>
            <a:ext cx="499262" cy="24963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11326"/>
            <a:ext cx="356616" cy="3566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1337767" y="868680"/>
            <a:ext cx="356616" cy="3566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Shape 4"/>
          <p:cNvSpPr/>
          <p:nvPr/>
        </p:nvSpPr>
        <p:spPr>
          <a:xfrm>
            <a:off x="1337767" y="1403604"/>
            <a:ext cx="356616" cy="3566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0" y="3931920"/>
            <a:ext cx="4754880" cy="4754880"/>
          </a:xfrm>
          <a:prstGeom prst="ellipse">
            <a:avLst/>
          </a:prstGeom>
          <a:solidFill>
            <a:srgbClr val="0E1B2A"/>
          </a:solidFill>
          <a:ln w="15875">
            <a:solidFill>
              <a:srgbClr val="1626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4754880"/>
            <a:ext cx="3108960" cy="3108960"/>
          </a:xfrm>
          <a:prstGeom prst="ellipse">
            <a:avLst/>
          </a:prstGeom>
          <a:solidFill>
            <a:srgbClr val="0E1B2A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514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Self-Evolving AI Agent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improves its own reasoning, tools, memory, and workflow — gated so it can't fake success or silently regress.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overview  ·  2026-07-19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agent — and what makes this one different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pursues a goal by acting — perceive → reason → act → observe — using tools and remembering across runs.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(only answers) and not a pipeline (fixed steps): it chooses its next step from each step's outcome.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is self-evolving: it rewrites its own prompts, tools, code, memory, and config at runtime.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...which makes it self-improving in outcome: it reuses what worked, retires what didn't, and gets measurably cheaper over runs.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weight updates — pure runtime learning, gated so it can't fake success or weaken its own safety.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difference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does. A chatbot says. This agent plans, builds, verifies, learns — then does it better next time, because the last run's lessons persist and recall.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for &amp; what it looks like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durable, bounded, self-improving capability for goal-driven work.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high-level objective into verified deliverables, then compounds across runs.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run: plan the goal → execute ↔ reflect → verify deliverables → evolve (when it went well) → store memory.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a 17-node LangGraph state machine, 11 conditional edges, dependency-injected nodes, Postgres checkpoints.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autonomy: it acts, but can't weaken its own safety or evaluation — every mutation is generated, validated, and gated.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run recurring analytical, research, or operational workflows and want each run to teach the next — without re-deriving everything from scratch. Three memory tiers mean recurring work gets cheaper over time.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3/39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 frameworks stop at 'act with tools'. This one closes the loop: act → measure → mutate → gated-deploy → re-measure.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Anti-fabrication backbone: every claimed result is recomputed from on-disk content — it can't fake success.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by design: one litellm gateway, 10+ providers, same-model-first fallback, per-provider circuit breaker.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memory: skills, facts, and folded episodes persist and recall, so each run in a domain teaches the next.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governance: semantic dedup + cumulative caps + performance retirement keep the tool/agent registry curated, not bloated.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is measured, not asserted: a nightly capability-curve + paired Wilcoxon A/B gate every promotion.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'an agent that can call tools' — plenty do that. A bounded system that demonstrably improves its own tools and prompts across runs, and that refuses to declare success it didn't earn.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4/39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6888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468880" y="2606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487168" y="36118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layers, a conditional state machine, and the seams the agent rewrites at runtime.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Six-layer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via build_task_graph(gateway, memory, tools, sub_agent_registry) closures — heuristic fallback when deps are None.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6583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5468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· main.py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0" y="17830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CLI · FastAPI · HITL UI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11091672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05456"/>
            <a:ext cx="109728" cy="65836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0545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25054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0" y="250545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· nodes · conditional edges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11091672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27832"/>
            <a:ext cx="109728" cy="6583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278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32278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llm/gateway · model_router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32278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· routing · cost tracking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11091672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50208"/>
            <a:ext cx="109728" cy="65836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502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54680" y="39502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evolution/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66560" y="395020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pipeline · A/B · promotion gate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72584"/>
            <a:ext cx="11091672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672584"/>
            <a:ext cx="109728" cy="65836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725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54680" y="46725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 · memory/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0" y="46725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· 3-tier memory · governance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91672" cy="658368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394960"/>
            <a:ext cx="109728" cy="65836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54680" y="53949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 · db/ · observability/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66560" y="53949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· PostgreSQL+pgvector · Redis · OTel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6/39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 — a state machine, not a script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classify → plan → retrieve_memory → [disambiguate? → structure_analysis] → execute↔reflect → … → verify → evolve? → store_memory → hitl? → END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19659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9659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structure_analysis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64040" y="19659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2EC4B6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64040" y="278892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FCF1D6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95560" y="2514600"/>
            <a:ext cx="9144" cy="274320"/>
          </a:xfrm>
          <a:prstGeom prst="line">
            <a:avLst/>
          </a:prstGeom>
          <a:noFill/>
          <a:ln w="17780">
            <a:solidFill>
              <a:srgbClr val="FFB400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 flipV="1">
            <a:off x="10789920" y="2514600"/>
            <a:ext cx="9144" cy="274320"/>
          </a:xfrm>
          <a:prstGeom prst="line">
            <a:avLst/>
          </a:prstGeom>
          <a:noFill/>
          <a:ln w="17780">
            <a:solidFill>
              <a:srgbClr val="FFB400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0927080" y="2542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469880" y="3246120"/>
            <a:ext cx="9144" cy="5486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02920" y="37947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2BB37A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37947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37947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store_memory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37947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64040" y="3794760"/>
            <a:ext cx="2011680" cy="548640"/>
          </a:xfrm>
          <a:prstGeom prst="roundRect">
            <a:avLst>
              <a:gd name="adj" fmla="val 11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6404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14600" y="2240280"/>
            <a:ext cx="228600" cy="914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4754880" y="2240280"/>
            <a:ext cx="228600" cy="914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995160" y="2240280"/>
            <a:ext cx="228600" cy="914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9235440" y="2240280"/>
            <a:ext cx="228600" cy="914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 flipH="1">
            <a:off x="9235440" y="4069080"/>
            <a:ext cx="228600" cy="914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 flipH="1">
            <a:off x="6995160" y="4069080"/>
            <a:ext cx="228600" cy="914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 flipH="1">
            <a:off x="4754880" y="4069080"/>
            <a:ext cx="228600" cy="914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502920" y="4709160"/>
            <a:ext cx="11183112" cy="1371600"/>
          </a:xfrm>
          <a:prstGeom prst="roundRect">
            <a:avLst>
              <a:gd name="adj" fmla="val 4667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818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nodes · 11 conditional edges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" y="5193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side paths (the graph routes per step, not on a fixed track):  disambiguate?  ·  research loop?  ·  agent_spawn? → delegate  ·  tool_create?  ·  re-plan.  execute ↔ reflect is the inner acting-and-critique loop.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7/39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flow, walked through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— gauge complexity (drives the model tier) and disambiguate the goal if it's ambiguous.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break the goal into steps; retrieve_memory recalls relevant skills, facts, and episodes.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[research?] — optional multi-hop loop (search → read → refine) before planning, off by default.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structure_analysis — pin input files/tables and their schemas so later steps read real data, not guesses.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↔ reflect — act on a step, then critique it; re-plan a bad step, keep a good one (the adaptation loop).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recompute deliverables against the goal; refuse to force-complete unless they're present + well-formed.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evolve? → store_memory → hitl? → END — mutate on objective success, persist lessons, pause for approval on high-stakes acts.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conditional edges matter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routes per step — disambiguate?, research loop?, agent_spawn?→delegate, tool_create?, re-plan — so it reacts to each outcome. That's what makes it an agent, not a pipeline. execute ↔ reflect is the inner acting-and-critique loop; memory folding fires from reflect to keep context lean.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8/39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gateway &amp; routing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completion goes through one litellm gateway to 10+ providers; complexity picks the cost tier, which picks the model.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→ cost tier → model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577840" cy="603504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109728" cy="603504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03120" y="19202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VERY_CHEAP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19202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glm-4.5-air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5577840" cy="603504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96896"/>
            <a:ext cx="109728" cy="603504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9689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3120" y="259689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5968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claude-haiku-4.5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5577840" cy="603504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73552"/>
            <a:ext cx="109728" cy="6035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7355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103120" y="327355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32735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 (primary)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5577840" cy="603504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50208"/>
            <a:ext cx="109728" cy="60350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5020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03120" y="395020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1880" y="39502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 (primary)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55080" y="15087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cost control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55080" y="1920240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92024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Same-model-first fallback:  glm-5.2 → OpenRouter glm-5.2 → NVIDIA glm-5.2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2596896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59689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circuit breaker:  3 fails / 60s / 1 half-open probe · transient-only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3273552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27355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aiolimiter rate limiting · Redis prompt cache · Postgres cost ledger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3950208"/>
            <a:ext cx="5349240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95020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caps:  70% warn · 90% critical · 100% hard stop (per-attempt / per-run / daily)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(401/403) and bad-request (400) errors never trip the breaker — only 429 / 5xx / timeout do.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9/39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&amp; budget by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(litellm) to 10+ providers — no provider-specific SDKs in app code.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Complexity-based routing: cheap models for easy work, stronger models for hard (per node, not just per task).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circuit breaker (transient-only: 429/5xx/timeout) + aiolimiter rate limiting.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Same-model-first fallback chain so one provider's storm degrades to the same model elsewhere.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attempt-relative USD caps: warn 70% · critical 90% · hard stop 100% (per-run, per-task-token, daily pool).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Cost-ledger resilience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record_usage is observability-only: a failed write rolls back its own transaction, logs at WARNING, never re-raises — a database hiccup in the ledger can never abort a run. The same never-raise pattern protects eval, metrics, and the graph store.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10/39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memory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for the live run, Warm for durable skills/facts, Cold for episodic embeddings — all recalled by retrieve_memory; folded mid-run.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61688" y="1417320"/>
            <a:ext cx="3429000" cy="411480"/>
          </a:xfrm>
          <a:prstGeom prst="roundRect">
            <a:avLst>
              <a:gd name="adj" fmla="val 15556"/>
            </a:avLst>
          </a:prstGeom>
          <a:solidFill>
            <a:srgbClr val="0E1B2A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1688" y="1417320"/>
            <a:ext cx="3429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retrieve_memory  ·  recalls all three tiers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429000" cy="2697480"/>
          </a:xfrm>
          <a:prstGeom prst="roundRect">
            <a:avLst>
              <a:gd name="adj" fmla="val 2373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342900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109728" cy="4572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· Redis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run cache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ephemeral · TTL-bounded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703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newest-first (ZSET)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63140" y="1828800"/>
            <a:ext cx="9144" cy="182880"/>
          </a:xfrm>
          <a:prstGeom prst="line">
            <a:avLst/>
          </a:prstGeom>
          <a:noFill/>
          <a:ln w="15875">
            <a:solidFill>
              <a:srgbClr val="FFB400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379976" y="2011680"/>
            <a:ext cx="3429000" cy="2697480"/>
          </a:xfrm>
          <a:prstGeom prst="roundRect">
            <a:avLst>
              <a:gd name="adj" fmla="val 2373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2011680"/>
            <a:ext cx="342900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2011680"/>
            <a:ext cx="10972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4608576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· Postgres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36008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skills · facts · procedures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36008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recall by fitness / similarity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36008" y="3703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folded summaries persist here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94476" y="1828800"/>
            <a:ext cx="9144" cy="182880"/>
          </a:xfrm>
          <a:prstGeom prst="line">
            <a:avLst/>
          </a:prstGeom>
          <a:noFill/>
          <a:ln w="15875">
            <a:solidFill>
              <a:srgbClr val="2EC4B6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211312" y="2011680"/>
            <a:ext cx="3429000" cy="2697480"/>
          </a:xfrm>
          <a:prstGeom prst="roundRect">
            <a:avLst>
              <a:gd name="adj" fmla="val 2373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2011680"/>
            <a:ext cx="342900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1312" y="2011680"/>
            <a:ext cx="109728" cy="4572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912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· pgvector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67344" y="2606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episodic knowledge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67344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768-dim embeddings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67344" y="3703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HNSW cosine search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925812" y="1828800"/>
            <a:ext cx="9144" cy="182880"/>
          </a:xfrm>
          <a:prstGeom prst="line">
            <a:avLst/>
          </a:prstGeom>
          <a:noFill/>
          <a:ln w="15875">
            <a:solidFill>
              <a:srgbClr val="FFB400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48640" y="4937760"/>
            <a:ext cx="11055096" cy="1143000"/>
          </a:xfrm>
          <a:prstGeom prst="roundRect">
            <a:avLst>
              <a:gd name="adj" fmla="val 5600"/>
            </a:avLst>
          </a:prstGeom>
          <a:solidFill>
            <a:srgbClr val="0E1B2A"/>
          </a:solidFill>
          <a:ln w="12700">
            <a:solidFill>
              <a:srgbClr val="0E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029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MemoryFolder folds mid-run (≤ 3 / run)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ladder:  cap → min-guard → cooldown → live-token → message-count → context-size.  Summaries persist to Warm and recall on later runs — recurring work compounds.  Optional facts + Neo4j graph tiers.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11/39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23 built-in tools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&amp; validation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code_executor · code_validator · lean4_runner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&amp; documents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file_reader · file_writer · list_directory · document_parser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&amp; network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web_search · web_scraper · http_request · arxiv_search · ocr_parser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&amp;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memory_search · corpus_search · index_corpus · self_inspect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&amp; terminal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terminal_command · environment_inspect · get_current_time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image_generator · schedule_task · git_clone · code_search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runtime-generated tools (persisted + reused) and MCP-server tools. Destructive tools (http_request · terminal_command · index_corpus) route through HITL. All governed by the ≤ 25 active-tool cap. lean4_runner is opt-in (LEAN4_ENABLED, needs the lean binary).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12/39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tools, sub-agents &amp; governance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tool creation: when the agent lacks a capability it generates one — double-barrier security (allowlist + constrained namespace), validated, persisted to Postgres, reused next run.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adapter: bring external MCP servers' tools into the same registry (prefixed mcp_&lt;server&gt;_&lt;tool&gt;).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Sub-agents: LLM-spawned specialists for sub-tasks, scoped tools/memory, 7-layer safety, rolling metrics — no sub-agent self-evolution.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success metrics: every call records success / empty-output / latency (tool_call_metrics table), opt-in.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curates the registry at load: semantic dedup, cumulative caps, performance + unused retirement.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25 active tools · ≤ 60 active sub-agents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fires on real metrics: calls ≥ 20 and success &lt; 0.5, or empty-output ≥ 0.8, or 30 days unused. Dedup uses cosine similarity (≥ 0.85 at creation, ≥ 0.92 on consolidate) over 768-dim capability embeddings. The cap is curated down, never silently exceeded.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13/39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6888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468880" y="2606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Self-evolution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487168" y="36118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rewrites its own prompts, tools, code, and memory — and the gate that stops it regressing.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 feed one gated pipeline: analyze → generate → validate → sandbox → A/B → deploy → verify → promote.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EC4B6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83080"/>
            <a:ext cx="1051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A · tools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B400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31720"/>
            <a:ext cx="1051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B · prompts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2331720"/>
            <a:ext cx="1261872" cy="640080"/>
          </a:xfrm>
          <a:prstGeom prst="chevron">
            <a:avLst/>
          </a:prstGeom>
          <a:solidFill>
            <a:srgbClr val="2EC4B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3317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62072" y="2331720"/>
            <a:ext cx="1261872" cy="640080"/>
          </a:xfrm>
          <a:prstGeom prst="chevron">
            <a:avLst/>
          </a:prstGeom>
          <a:solidFill>
            <a:srgbClr val="2EC4B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23317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23944" y="2331720"/>
            <a:ext cx="1261872" cy="640080"/>
          </a:xfrm>
          <a:prstGeom prst="chevron">
            <a:avLst/>
          </a:prstGeom>
          <a:solidFill>
            <a:srgbClr val="2EC4B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23317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85816" y="2331720"/>
            <a:ext cx="1261872" cy="640080"/>
          </a:xfrm>
          <a:prstGeom prst="chevron">
            <a:avLst/>
          </a:prstGeom>
          <a:solidFill>
            <a:srgbClr val="2EC4B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23317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47688" y="2331720"/>
            <a:ext cx="1261872" cy="640080"/>
          </a:xfrm>
          <a:prstGeom prst="chevron">
            <a:avLst/>
          </a:prstGeom>
          <a:solidFill>
            <a:srgbClr val="FFB400"/>
          </a:solidFill>
          <a:ln w="9525">
            <a:solidFill>
              <a:srgbClr val="FF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23317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2331720"/>
            <a:ext cx="1261872" cy="640080"/>
          </a:xfrm>
          <a:prstGeom prst="chevron">
            <a:avLst/>
          </a:prstGeom>
          <a:solidFill>
            <a:srgbClr val="2EC4B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3317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71432" y="2331720"/>
            <a:ext cx="1261872" cy="640080"/>
          </a:xfrm>
          <a:prstGeom prst="chevron">
            <a:avLst/>
          </a:prstGeom>
          <a:solidFill>
            <a:srgbClr val="2EC4B6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23317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433304" y="2331720"/>
            <a:ext cx="1261872" cy="640080"/>
          </a:xfrm>
          <a:prstGeom prst="chevron">
            <a:avLst/>
          </a:prstGeom>
          <a:solidFill>
            <a:srgbClr val="2BB37A"/>
          </a:solidFill>
          <a:ln w="9525">
            <a:solidFill>
              <a:srgbClr val="2BB3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33304" y="23317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63040" y="2011680"/>
            <a:ext cx="914400" cy="320040"/>
          </a:xfrm>
          <a:prstGeom prst="line">
            <a:avLst/>
          </a:prstGeom>
          <a:noFill/>
          <a:ln w="15875">
            <a:solidFill>
              <a:srgbClr val="2EC4B6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463040" y="2560320"/>
            <a:ext cx="1280160" cy="411480"/>
          </a:xfrm>
          <a:prstGeom prst="line">
            <a:avLst/>
          </a:prstGeom>
          <a:noFill/>
          <a:ln w="15875">
            <a:solidFill>
              <a:srgbClr val="FFB400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1338560" y="2971800"/>
            <a:ext cx="9144" cy="365760"/>
          </a:xfrm>
          <a:prstGeom prst="line">
            <a:avLst/>
          </a:prstGeom>
          <a:noFill/>
          <a:ln w="15875">
            <a:solidFill>
              <a:srgbClr val="E25C5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H="1">
            <a:off x="2834640" y="3337560"/>
            <a:ext cx="8503920" cy="9144"/>
          </a:xfrm>
          <a:prstGeom prst="line">
            <a:avLst/>
          </a:prstGeom>
          <a:noFill/>
          <a:ln w="15875">
            <a:solidFill>
              <a:srgbClr val="E25C5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V="1">
            <a:off x="2834640" y="2971800"/>
            <a:ext cx="9144" cy="365760"/>
          </a:xfrm>
          <a:prstGeom prst="line">
            <a:avLst/>
          </a:prstGeom>
          <a:noFill/>
          <a:ln w="15875">
            <a:solidFill>
              <a:srgbClr val="E25C5C"/>
            </a:solidFill>
            <a:prstDash val="dash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50292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2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auto-rollback on regression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794760"/>
            <a:ext cx="3611880" cy="1463040"/>
          </a:xfrm>
          <a:prstGeom prst="roundRect">
            <a:avLst>
              <a:gd name="adj" fmla="val 4375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931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A/B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4343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signed-rank test on per-goal terminal scores; ABTestResult records the effect size.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88536" y="3794760"/>
            <a:ext cx="3611880" cy="1463040"/>
          </a:xfrm>
          <a:prstGeom prst="roundRect">
            <a:avLst>
              <a:gd name="adj" fmla="val 4375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7136" y="3931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GoldenCanary gate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17136" y="4343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multi-goal canary must pass before any prompt ships to live.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74152" y="3794760"/>
            <a:ext cx="3611880" cy="1463040"/>
          </a:xfrm>
          <a:prstGeom prst="roundRect">
            <a:avLst>
              <a:gd name="adj" fmla="val 4375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3931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· reversible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02752" y="4343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is a versioned diff with a current pointer — atomic, rollback-able.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15/39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 types &amp; the two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65376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92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 — tools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9536" y="24688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detects a missing capability and creates a tool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→ validated → persisted → reused on later runs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Double-barrier: allowlist (58 modules) + constrained namespace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(n=1): create→reuse ~75% faster, ~59% cheaper (255s→63s, 12→9 calls)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155448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65376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6748272" y="1792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B — prompts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10528" y="24688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prompt passes the multi-goal GoldenCanary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to .turing/evolved/prompts/&lt;node&gt;.&lt;sha&gt;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Spliced live via a current.json pointer ([evolved] tag)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fires gen-over-gen; 7→15 promotions across the Phase-2 curve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types span PROMPT · CODE · TOOL · WORKFLOW · MEMORY · CONFIG, plus SUB_AGENT prompt/tool/config. CODE into core src/ stays shadow-only (ships as a new image, not live-edited).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16/39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 to live + canary + rollback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GoldenCanary: a strict multi-goal gate (PROMOTION_CANARY_GOALS) must clear eval_canary_min_score before any prompt ships.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artifacts + a per-node current.json pointer; splice_evolved prepends the evolved prompt with an [evolved] tag.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Auto-rollback on regression: the canary / capability-curve gate reverts the pointer if the mutation underperforms.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via EVOLUTION_PROMOTE_TO_LIVE (default off) — promotions stay shadow until explicitly enabled.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CODE/TOOL mutations already reach live via the DB tool registry; CODE-to-core-src/ stays shadow.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canary gates 'converges on the proxy goal', not 'scores higher on the battery'. Phase F showed channel-B firing promotions (5→11) with no score lift — closing that weak fitness→quality link is the single highest-leverage next step, and we say so plainly.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17/39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evolution fires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Objective-success grounding (_ground_should_evolve): deliverable on disk AND all steps done ⇒ evolve.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Recovered-error successes mutate — a run that hit errors but still delivered is the richest learning signal.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failures (no deliverable + low confidence) do not mutate — failure is never crystallized into a skill.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re-grounds the decision the same way, so evolution triggers consistently across the graph.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behavior suppressed ALL error-bearing runs — so recovered successes used to teach nothing.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that stumbled but delivered learns from its recovery; a run that truly failed does not poison the skill store. The learning signal is widest exactly where the agent worked hardest.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18/39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6888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468880" y="2606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integrity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487168" y="36118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that stop it faking success, breaking itself, or weakening its own evaluation.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pipeline + preservation gate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 on every action, wrapped by a Layer-8 gate that rejects mutations weakening eval or safety.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7724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9050">
            <a:solidFill>
              <a:srgbClr val="FFB4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8 · safety-preservation gate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722376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57400"/>
            <a:ext cx="10972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2130552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608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well-formed, parseable mutations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564892"/>
            <a:ext cx="722376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564892"/>
            <a:ext cx="10972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" y="2638044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26380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5648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26080" y="25648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AST/type checks · dead code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072384"/>
            <a:ext cx="722376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072384"/>
            <a:ext cx="10972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" y="3145536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0723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26080" y="30723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unsafe shell-out &amp; forbidden patterns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3579876"/>
            <a:ext cx="722376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579876"/>
            <a:ext cx="10972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" y="365302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" y="36530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25880" y="35798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926080" y="35798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circular / unauthorized deps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1520" y="4087368"/>
            <a:ext cx="722376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087368"/>
            <a:ext cx="10972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3" name="Shape 31"/>
          <p:cNvSpPr/>
          <p:nvPr/>
        </p:nvSpPr>
        <p:spPr>
          <a:xfrm>
            <a:off x="850392" y="416052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25880" y="4087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926080" y="4087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bounds, caps, allowlists enforced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1520" y="4594860"/>
            <a:ext cx="722376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4594860"/>
            <a:ext cx="10972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9" name="Shape 37"/>
          <p:cNvSpPr/>
          <p:nvPr/>
        </p:nvSpPr>
        <p:spPr>
          <a:xfrm>
            <a:off x="850392" y="4668012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" y="46680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325880" y="45948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2926080" y="45948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execution probe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31520" y="5102352"/>
            <a:ext cx="7223760" cy="457200"/>
          </a:xfrm>
          <a:prstGeom prst="rect">
            <a:avLst/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5102352"/>
            <a:ext cx="109728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5" name="Shape 43"/>
          <p:cNvSpPr/>
          <p:nvPr/>
        </p:nvSpPr>
        <p:spPr>
          <a:xfrm>
            <a:off x="850392" y="5175504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325880" y="51023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2926080" y="5102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still do what it should?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412480" y="1828800"/>
            <a:ext cx="3337560" cy="3657600"/>
          </a:xfrm>
          <a:prstGeom prst="roundRect">
            <a:avLst>
              <a:gd name="adj" fmla="val 1918"/>
            </a:avLst>
          </a:prstGeom>
          <a:solidFill>
            <a:srgbClr val="0E1B2A"/>
          </a:solidFill>
          <a:ln w="12700">
            <a:solidFill>
              <a:srgbClr val="0E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1965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gate blocks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13648" y="2423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prompt injection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613648" y="2779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unsafe shell-out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613648" y="31363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forbidden patterns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613648" y="34930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circular imports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613648" y="38496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unbounded recursion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613648" y="42062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eval-weakening edits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613648" y="4562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safety-gate tampering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613648" y="49194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unauthorized deps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20/39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anti-fabrication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check types: Structural (schema/keys/row-count) · Execution (sandbox probe asserting invariants) · Golden (exact/regex/tolerance vs a spec) · Oracle (LLM-judge, graceful skip if absent).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Recomputation backbone: q07/q08 rebuild every constraint and every handoff input_sha256 + derived_value from on-disk upstream content.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discipline: deliverables must be present, non-empty, well-formed (placeholder-leak scan); cited paths are spot-checked on disk.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Terminal-state scoring: a goal's score is its final verify state (latest row per check) — a fail-then-fix run that ends clean scores 1.0.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Anti-fabrication catches a fabricated report or a downstream that ignored its upstream — claimed aggregates are never trusted.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checks run when deliverables appear, so a never-converging run isn't eval-rescued. Recomputation + on-disk grounding — not the LLM's own narrative — is what we trust.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21/39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Operable in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 on :8800 (/dashboard) with opt-in DASHBOARD_API_KEY auth; historical runs reconstructed from Postgres when Redis status has TTL-expired.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Tracing: Prometheus (:9090) → Grafana (:3001), Phoenix OTLP (:6006), LangSmith — tracing gated on LANGCHAIN_TRACING_V2.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Crash-resume: kill the workers mid-run; the lease expires (~120s) and the run resumes from its AsyncPostgresSaver checkpoint — no double-spend, deliverables intact.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Run-control hardening: wall-clock timeout, capability-cap gap-loop break, nightly governance prune, budget hard-stop, graceful cancel.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+ battery harness; per-run result subdirs; cross-process --resume &lt;run_id&gt;.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→ resume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 the workers; after the lease TTL the run picks up from its last checkpoint with budget not double-counted. thread_id = cli-/api-&lt;run_id&gt; keys the checkpoint, so --resume &lt;run_id&gt; continues any killed run.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22/39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validate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 layers: unit + integration mock litellm.acompletion (no key needed); E2E (@pytest.mark.e2e) exercises the real stack.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correctness eval harness wired into the verify node (Structural / Execution / Golden / Oracle), persisted to eval_results.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capability-curve + regression gate: a grounded floor + delta + min-points verdict with auto-rollback on regression.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signed-rank A/B on per-goal terminal scores for every promotion decision.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smoke: crash-resume + zero-token model smokes; --verify-models covers the live routing chain.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image per campaign (e.g. fef50596860f for Phase F), pinned stack, attempt-scoped scoring, versioned config. When code and docs disagree, the 19 design-docs are authoritative.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23/39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I — routing &amp; resilience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→ cost tier → model.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COMPLEXITY_TIER_MAP + NODE_TIER_MAP map task complexity and node to a cost tier; the gateway resolves it to a concrete model (trivial→VERY_CHEAP, complex/critical→MODERATE).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Same-model-first fallback chain.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_route_from_chain walks FALLBACK_CHAINS; glm-5.2 → OpenRouter glm-5.2 → NVIDIA glm-5.2, so one provider storm degrades to the same model elsewhere.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circuit breaker (transient-only).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→ OPEN after 3 consecutive transient fails (429/5xx/timeout), skip the open provider for 60s, then one HALF_OPEN probe. Auth (401/403) and bad-request (400) never trip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+ budget downgrade.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Provider-native JSON-schema where available, json-repair to salvage malformed JSON, retry-with-feedback on parse failure; at the budget cap the gateway downgrades the model tier rather than aborting.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src/llm/model_router.py · circuit_breaker.py · structured_output.py · gateway.py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24/39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II — memory &amp;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recall.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(Redis ZSET, newest-first) · Warm (skills/facts by fitness &amp; similarity) · Cold (pgvector HNSW cosine over 768-dim embeddings) — all merged by retrieve_memory.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vector similarity + semantic dedup.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via litellm (text-embedding-3-small) + hash fallback if the embedding API is down; governance dedups capabilities at cosine ≥ 0.92.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Memory-folding trigger ladder.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reflect: cap → min-guard → cooldown → live-token (CostRecord accumulator, not state) → message-count → context-size. ≤ 3 folds/run; shrinks context via RemoveMessage and persists summaries.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+ graph tiers.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entity-ish facts (distinct from skills/episodes) and an optional Neo4j graph mirror (skills/facts/sub-agents + DEPENDS_ON), both default-off.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Terminal-state scoring.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goal's score = the terminal verify state (latest row per check_name). A self-correcting run that ends all-pass scores 1.0 — recovery is not penalized.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src/memory/{manager,warm,cold,folding,facts}.py · memory/graph.py · src/eval/curve.py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25/39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III — integrity gates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Recomputation / anti-fabrication.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q07/q08 Execution probes don't trust claimed aggregates — they rebuild every constraint and every handoff input_sha256 / derived_value from on-disk upstream content. Fabricated or ignored-upstream work is caught.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A/B + GoldenCanary promotion.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Signed-rank test on per-goal terminal scores; a mutation only promotes when the multi-goal canary clears eval_canary_min_score, then splice_evolved prepends the [evolved] block.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Objective-success evolution.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_ground_should_evolve returns true when the deliverable is on disk and all steps are done — even with non-empty errors — so recovered-error successes mutate (the richest signal).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Layer-8 safety-preservation gate.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7-layer safety pipeline and rejects any mutation that weakens evaluation or safety — the agent can't edit away its own guardrails.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governance.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dedup (0.85/0.92) + cumulative caps (≤ 25 tools / ≤ 60 agents) + performance retirement (calls ≥ 20 &amp; success &lt; 0.5, or empty ≥ 0.8) + unused retirement (30 days).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src/eval/{golden,checks,curve}.py · evolution/promote.py · graph/routers.py · governance/consolidate.py · safety/pipeline.py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26/39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results — the trajectory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749040"/>
                <a:gridCol w="457200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Battery-03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10-query live self-evolution stress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 deliverables · 8 evolution cycles (5→shadow) · 6 tools persisted · recall q5→csv_type_inferrer, q6→date_normalizer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Battery-04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Production-hardening (q05–q09)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q05 8/8 · q06 9/9 · q07–q09 = 1.0 · canary + promotion fired · anti-fabrication caught fabrications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Phase-2 curve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Gen-over-gen (2026-07-13)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 0.9424 → G1 0.8086 → G2 0.9333 (recovered); G2 −18% cost; q06 beat G0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n=3 thesis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8-goal matched (2026-07-14)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seed-2 +0.270 · seed-3 +0.155 · seed-1 −0.078 (mean +0.116, 2/3 improve)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F 3-seed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Decisive test (2026-07-17/19)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pass · mean Δ +0.007 · efficiency robust 3/3 · quality noisy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Arc: mechanism (battery-03/04) → recovery (Phase-2) → decisive test (Phase F). Frozen image fef50596860f, glm-5.2 + Anthropic-on, channel-B OFF→ON→ON. Verdict so far: qualified-positive — proven in mechanism + efficiency, not yet clean-proven in quality.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27/39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Self-improvement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607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 — the create→reuse circuit (n=1 mechanism proof): a tool built once is reused cheaper and faster on the next run.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2308" y="17830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5188" y="19842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06628" y="27706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tool reuse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1348" y="17830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4228" y="19842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~59%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655668" y="27706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on tool reuse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0388" y="178308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3268" y="19842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255s→63s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04708" y="27706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wall-clock, same goal (n=1)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10725912" cy="2331720"/>
          </a:xfrm>
          <a:prstGeom prst="roundRect">
            <a:avLst>
              <a:gd name="adj" fmla="val 2745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6301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Corroborating evidence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005072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Phase-2 generation curve: G2 recovered to ~G0 (0.9333) and was the cheapest gen (−18% cost) — efficiency self-improvement is real.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352544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n=3 thesis (8-goal matched): mean Δ +0.116, 2/3 seeds improve; the one regressor was a neutral budget-exhaustion seed, not a quality drop.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70001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Capability-curve regression gate fired a real REGRESSED verdict (0.43 &lt; 0.5) — the gate works both ways, not just on wins.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047488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Crash-resume verified under SIGKILL: checkpoint resume, deliverables intact, budget not double-counted.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5394960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Channel-B: prompt promotions ship live, generation over generation (7→15 across the Phase-2 curve).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28/39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F — 3-seed verdict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" y="160020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737360"/>
                <a:gridCol w="1737360"/>
                <a:gridCol w="219456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(G2−G0)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B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2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2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regressed · fail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B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+0.1097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B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monotonic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611880"/>
            <a:ext cx="10725912" cy="1783080"/>
          </a:xfrm>
          <a:prstGeom prst="roundRect">
            <a:avLst>
              <a:gd name="adj" fmla="val 4103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3904488"/>
            <a:ext cx="137160" cy="13716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Text 4"/>
          <p:cNvSpPr/>
          <p:nvPr/>
        </p:nvSpPr>
        <p:spPr>
          <a:xfrm>
            <a:off x="1261872" y="3849624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526280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pass, mean Δ +0.007, efficiency robust 3/3. Quality is noisy: 6/9 goals sit at the 1.0 ceiling (no headroom), and q06 is a bimodal $1.2-cap coin-flip — seed-2 read it 0.867→0.356 while seed-3 read the same goal 0.356→0.867. n=3 is underpowered (Wilcoxon p-floor, CI straddles 0). Verdict: qualified-positive, not clean-proven.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29/39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threats to validity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Statistical: n=3 is underpowered (Wilcoxon p-floor, CI straddles 0); 6/9 goals pinned at the 1.0 ceiling leave no headroom to measure improvement.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the battery is in-distribution by construction — out-of-distribution transfer is untested.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Confounds: q06 is budget-cap-infeasible (the 0.867↔0.356 mirror); G2 inherits the prior seed's evolved-prompt pointer (serial dependence).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gap: a single-goal canary can't gate multi-goal quality — channel-B fires promotions without a consistent score lift.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limits: deepseek/qwen ignore a forced tool_choice (emit prose not file-output tool calls on hard execute steps) — a capability gap, not a framework bug.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only toy batteries under $10/day; no cost/load scale profile; no auth/multi-tenancy (single-user).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Unevaluated scaffolds: five experimental prompting techniques and the lean4_runner tool are implemented but opt-in/default-off — never enabled in any experiment, so their benefit is untested.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move it to clean-proven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Statistics: n ≥ 5–10 seeds so the paired Wilcoxon clears its p-floor, and harder non-ceiling goals so improvement has headroom to show.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Transfer: an out-of-distribution holdout battery the system has never trained on.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Fitness → quality: gate channel-B promotion on a multi-goal task-quality A/B, not just proxy convergence — the single highest-leverage change.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in-app: #600 eval-score-gated verify convergence; #782 key rotation.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30/39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6888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468880" y="2606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it &amp; what's next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487168" y="36118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for, how to run it, what's live today, and the open levers.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can be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analytics — a report or transform that should get cheaper each run as skills, facts, and folded episodes compound.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 — draft, verify, and iterate on documents grounded in your own corpus.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— multi-hop search → read → refine, accumulating findings across runs.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automation — bounded, verifiable workflows that resume on crash and can't fake success.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Tool/skill incubator — point it at a repetitive task; the tools it crystallizes become reusable assets.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NOT for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ad-hoc Q&amp;A (overkill — use a chatbot), hard-realtime/low-latency loops (runs are seconds-to-minutes), and unbounded autonomy (every high-stakes act is HITL-gated). It earns its keep on work that repeats.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32/39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up the stack: docker compose up -d (PostgreSQL+pgvector :5433, Redis :6380, api :8800, workers, runner).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migrations: alembic upgrade head.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main.py --goal "…" (or --interactive); --no-evolution, --verbose, --stream as needed.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 killed run: python main.py --resume &lt;run_id&gt; (continues from its Postgres checkpoint).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Operate: dashboard at http://localhost:8800/dashboard; --verify-models smokes the routing chain; --cost reads spend from the ledger.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runs use source /home/amiagarw/aiml01/bin/activate (not uv run — blocked by an upstream vllm dep). Never docker compose down -v (it deletes the pgdata/redisdata volumes); plain down to stop. Provider-specific API keys (OPENAI_API_KEY, ANTHROPIC_API_KEY, …), not a generic LLM_API_KEY.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33/39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Batteries, eval &amp; ops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golden battery: python main.py --eval (Battery-04, machine-verifiable goals + correctness scoring).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curve: python main.py --capability-curve (nightly trend + regression verdict, read-only; --since/--until window).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Per-goal scoring on disk: python main.py --score-spec &lt;id&gt; --deliverables &lt;path…&gt;; memory recall: --retrieval-eval.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scripts: scripts/run_battery.py · scripts/_enqueue_battery.py &lt;suffix&gt; (bare positional — no --help) · scripts/run_e2e_validation.py.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profiles: --profile scheduler | optimizer | graph | observability.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lint: python -m pytest tests/ -v -k "not e2e" (no key); ruff check . &amp;&amp; pyright src/.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--aflow · --verify-models · --cost (--cost-by-model/--cost-today) · --inspect-mutation · --backfill-embeddings · scripts/curve_score.py · scripts/prove_promotion_live.py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34/39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today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914400"/>
        </p:xfrm>
        <a:graphic>
          <a:graphicData uri="http://schemas.openxmlformats.org/drawingml/2006/table">
            <a:tbl>
              <a:tblPr/>
              <a:tblGrid>
                <a:gridCol w="7498080"/>
                <a:gridCol w="3200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core (plan → execute → verify → evolve)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B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tool &amp; sub-agent creation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B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Eval, anti-fabrication, observability, crash-resume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B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promotion to live (Channel B) · research · vision · graph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B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E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mutations into core src/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ships live by default; bold features are opt-in (default off); the riskiest autonomy stays shadow-only until proven.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35/39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extend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65376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92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capabilities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9536" y="24688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register in src/tools/builtin/__init__.py + the registry (its docstring is the description the LLM sees)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add src/graph/nodes/&lt;node&gt;.py + a DI closure in factory.py + a conditional edge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goal: add a GoalSpec + golden checks in src/eval/golden.py (Structural/Execution/Golden/Oracle)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155448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65376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6748272" y="1792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models &amp; config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10528" y="24688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Provider/model: add to src/config/model_registry.py + a FALLBACK_CHAINS entry (keep it a leaf — no src.graph.* import)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every knob is pydantic-settings in src/config/settings.py, read via get_settings() at call-time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tools: extend the allowlist in src/tools/dynamic/allowlist.py (58 modules; browser automation deferred by design)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 DI-first: nodes receive gateway/memory/tools/registry via closures (heuristic fallback when None), so new capability drops in without touching the graph core.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36/39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5544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126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thesis — a Channel-B task-quality A/B gate (highest-leverage; turns 'evolves' into 'evolves toward quality').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budget-cap goal (q06) as an apparatus limit, not by raising the $ cap; report the 8 feasible goals.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statistical power: n ≥ 5–10 seeds + harder, non-ceiling goals + an out-of-distribution holdout battery.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#600 eval-score-gated verify convergence to stop q01/q08 self-churn (deferred).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(implemented but unevaluated): five experimental prompting techniques (Self-Debugging, Gödel-Agent, WebDreamer, Absolute-Zero, Adversarial-Debate) are scaffolded opt-in in src/graph/techniques/ with deferred controllers and never run live; lean4_runner is a real opt-in tool, not yet wired as a verification backbone — turn either on to measure the effect.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auth/multi-tenancy, per-goal budgets, cost/load scale profile, Web/HITL UI, prompt-cache hit-rate metric.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55448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F2F5F9"/>
          </a:solidFill>
          <a:ln w="12700">
            <a:solidFill>
              <a:srgbClr val="E6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47088"/>
            <a:ext cx="137160" cy="137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525512" y="17922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verdict from qualified-positive to clean-proven: demonstrate that self-evolution improves real task quality — not just efficiency — and that the gain transfers beyond the battery. Each lever above is a concrete step toward that.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· v2  ·  37/39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338560" y="6355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680" y="839053"/>
            <a:ext cx="432694" cy="278160"/>
          </a:xfrm>
          <a:prstGeom prst="line">
            <a:avLst/>
          </a:prstGeom>
          <a:noFill/>
          <a:ln w="24765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9680" y="1117214"/>
            <a:ext cx="432694" cy="216347"/>
          </a:xfrm>
          <a:prstGeom prst="line">
            <a:avLst/>
          </a:prstGeom>
          <a:noFill/>
          <a:ln w="24765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00867"/>
            <a:ext cx="309067" cy="309067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1256934" y="777240"/>
            <a:ext cx="309067" cy="309067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Shape 4"/>
          <p:cNvSpPr/>
          <p:nvPr/>
        </p:nvSpPr>
        <p:spPr>
          <a:xfrm>
            <a:off x="1256934" y="1240841"/>
            <a:ext cx="309067" cy="309067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0" y="3840480"/>
            <a:ext cx="4572000" cy="4572000"/>
          </a:xfrm>
          <a:prstGeom prst="ellipse">
            <a:avLst/>
          </a:prstGeom>
          <a:solidFill>
            <a:srgbClr val="0E1B2A"/>
          </a:solidFill>
          <a:ln w="15875">
            <a:solidFill>
              <a:srgbClr val="162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5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durable, bounded, self-improving capability. The mechanism is proven — tool reuse is ~75% faster and ~59% cheaper, and prompt promotions ship to live. Efficiency gains are robust across every seed (3/3). The quality result is qualified-positive (2/3, mean Δ +0.007), not clean-proven — n=3 is underpowered and the battery is in-distribution, and we say so plainly. It compounds per domain, and it can't fake success, break its own safety, or weaken its own evaluation.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152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Agent  ·  v2  ·  2026-07-19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680" y="839053"/>
            <a:ext cx="432694" cy="278160"/>
          </a:xfrm>
          <a:prstGeom prst="line">
            <a:avLst/>
          </a:prstGeom>
          <a:noFill/>
          <a:ln w="24765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9680" y="1117214"/>
            <a:ext cx="432694" cy="216347"/>
          </a:xfrm>
          <a:prstGeom prst="line">
            <a:avLst/>
          </a:prstGeom>
          <a:noFill/>
          <a:ln w="24765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00867"/>
            <a:ext cx="309067" cy="309067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1256934" y="777240"/>
            <a:ext cx="309067" cy="309067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Shape 4"/>
          <p:cNvSpPr/>
          <p:nvPr/>
        </p:nvSpPr>
        <p:spPr>
          <a:xfrm>
            <a:off x="1256934" y="1240841"/>
            <a:ext cx="309067" cy="309067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0" y="3840480"/>
            <a:ext cx="4572000" cy="4572000"/>
          </a:xfrm>
          <a:prstGeom prst="ellipse">
            <a:avLst/>
          </a:prstGeom>
          <a:solidFill>
            <a:srgbClr val="0E1B2A"/>
          </a:solidFill>
          <a:ln w="15875">
            <a:solidFill>
              <a:srgbClr val="162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5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evolution, safety, evaluation, cost, models, testing, and the roadmap — happy to go deep on any subsystem. The 19 design-docs are the authoritative spec; when code and docs disagree, the docs win.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152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Turing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Turing Agent — Comprehensive</dc:title>
  <dc:subject>Comprehensive overview</dc:subject>
  <dc:creator>Turing Agent</dc:creator>
  <cp:lastModifiedBy>Turing Agent</cp:lastModifiedBy>
  <cp:revision>1</cp:revision>
  <dcterms:created xsi:type="dcterms:W3CDTF">2026-07-19T21:45:02Z</dcterms:created>
  <dcterms:modified xsi:type="dcterms:W3CDTF">2026-07-19T21:45:02Z</dcterms:modified>
</cp:coreProperties>
</file>